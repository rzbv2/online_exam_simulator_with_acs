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26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System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5029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Academic Integrity Through Innovation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"Double Quotation"   |   Team No: 08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MEET THE MINDS  —  TEAM DOUBLE QUOTATION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Doubble Quotation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</a:rPr>
              <a:t>Dedicated to building secure, reliable, and high-performance academic assessment solutions.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Razab Ali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0712340012101011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057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057400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Polash Ali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67328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0712340012101045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0574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057400"/>
            <a:ext cx="109728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2219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Raja Hossein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7648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0712340012101046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37560"/>
            <a:ext cx="10972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021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Mst. Sanjida Emros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0712340012101037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566160" y="33375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337560"/>
            <a:ext cx="10972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35021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Shakibul Hasan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0712340012101028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SQA &amp; TESTING STRATEGIES  —  ENSURING INTEGRITY THROUGH RIGOROUS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Stage Overview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169164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783080"/>
            <a:ext cx="548640" cy="548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1508760"/>
            <a:ext cx="265176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487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Isolated validation of each core module — hashing, database, anti-cheat logic.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20040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60520" y="169164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83080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00400" y="150876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37560" y="2487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383280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Critical interaction between login, database, and real-time anti-cheat monitoring.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35040" y="150876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95160" y="169164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783080"/>
            <a:ext cx="548640" cy="548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35040" y="1508760"/>
            <a:ext cx="26517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24871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217920" y="294436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</a:rPr>
              <a:t>Stress testing of anti-cheat mechanisms to close bypasses and system vulnerabilities.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TESTING STRATEGY  —  METHODOLOGY &amp; APPROACH FOLLOWED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 Followed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3200400" cy="3337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44752"/>
            <a:ext cx="32004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1188720" cy="1188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9443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3858768"/>
            <a:ext cx="2743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Iterative testing after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</a:rPr>
              <a:t>each increment delivery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144475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1444752"/>
            <a:ext cx="109728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1920" y="160934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1673352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53128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Testing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453128" y="1783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Tested modules via inputs &amp; outputs only, without looking at internal code. Used for login flow, MCQ grading, and exam submission.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49040" y="226771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49040" y="2267712"/>
            <a:ext cx="10972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31920" y="243230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249631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53128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Testing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453128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Examined internal logic paths — shortcut blocking conditions, DB queries, and violation logging code branches traced and validated.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749040" y="309067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749040" y="3090672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931920" y="3255264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3319272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453128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4453128" y="3429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Real-scenario walkthroughs by team members simulating student and teacher roles across all exam stages and anti-cheat edge cases.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749040" y="3913632"/>
            <a:ext cx="5029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749040" y="3913632"/>
            <a:ext cx="10972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931920" y="4078224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28" y="4142232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453128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4453128" y="42519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After each bug fix, all previously passing tests were re-run to confirm the fix did not break other working modules.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UNIT TESTING  —  MODULE-LEVEL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</a:rPr>
              <a:t>Validation of individual modules in complete isolation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83080"/>
            <a:ext cx="210312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WHAT WAS TESTED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Password Hashing (SHA-256 Hashlib)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Database CRUD Operations (SQLite3)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443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Anti-Cheat Detection Logic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2841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3282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Login / Authentication Module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666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Question Loading &amp; Timer Logic</a:t>
            </a:r>
            <a:endParaRPr lang="en-US" sz="11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9651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22960" y="4050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</a:rPr>
              <a:t>Violation Logging Functions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663440" y="173736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800600" y="1783080"/>
            <a:ext cx="21031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80060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TESTING APPROACH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480060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Method: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742432" y="2176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Black-box &amp; White-box testing per module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800600" y="2505456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8006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Focus: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742432" y="2743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Edge cases, null inputs, boundary values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800600" y="3072384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0060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Tools: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742432" y="33101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Manual inspection + Python assertion checks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800600" y="3639312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800600" y="38770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Result: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742432" y="3877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core modules passed isolated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INTEGRATION TESTING  —  CROSS-MODULE INTERACTION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73736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Login System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</a:rPr>
              <a:t>Role-based auth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40280" y="1901952"/>
            <a:ext cx="3200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54480"/>
            <a:ext cx="173736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Database (SQLite3)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</a:rPr>
              <a:t>Data validation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0" y="1901952"/>
            <a:ext cx="3200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554480"/>
            <a:ext cx="173736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Exam Engine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177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</a:rPr>
              <a:t>Real-time display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1901952"/>
            <a:ext cx="32004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554480"/>
            <a:ext cx="173736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Anti-Cheat Monitor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FBF1"/>
                </a:solidFill>
              </a:rPr>
              <a:t>Violation logging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606040"/>
            <a:ext cx="914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Login → DB Validation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29535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Verified that student/teacher login queries return correct role data and invalid credentials are rejected.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2697480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6974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6060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606040"/>
            <a:ext cx="914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DB → Exam Display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295351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Confirmed question data retrieves accurately and populates the UI without duplication or data loss.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366760" y="2697480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6974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7947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94760"/>
            <a:ext cx="9144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49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Anti-Cheat ↔ Exam Engine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41422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Initially FAILED — shortcut blocking was not triggering during active exam session. Required hotfix.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31920" y="3886200"/>
            <a:ext cx="5486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38862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00600" y="379476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794760"/>
            <a:ext cx="9144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849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Violation Log → DB Write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83480" y="414223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Ensured all detected violations are immediately persisted and visible in teacher monitoring view.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66760" y="3886200"/>
            <a:ext cx="5486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66760" y="38862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SECURITY TESTING  —  STRESS TESTING THE ANTI-CHEAT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56032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1463040" cy="1463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Dedicated security validation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</a:rPr>
              <a:t>for bypass vulnerabilities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41732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4173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Alt+Tab Bypass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4408" y="17647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Attempted window switching via Alt+Tab during exam — verified it was blocked.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20640" y="181965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18196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BLOCKED ✓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989320" y="141732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141732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99048" y="1508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Win Key Press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99048" y="17647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Pressed Win key to open Start Menu during active exam session.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955280" y="181965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18196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BLOCKED ✓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154680" y="237744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54680" y="23774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64408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Task Manager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64408" y="2724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Tried Ctrl+Alt+Del and Ctrl+Shift+Esc to access Task Manager.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120640" y="277977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064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BLOCKED ✓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989320" y="237744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89320" y="237744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99048" y="2468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Screen Recording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99048" y="27249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Attempted third-party screen capture software during exam.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955280" y="277977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55280" y="2779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LOGGED ✓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3154680" y="333756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154680" y="33375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64408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Full-Screen Escape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264408" y="3685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Pressed Esc key to exit full-screen lockdown environment.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20640" y="373989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20640" y="37398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BLOCKED ✓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989320" y="3337560"/>
            <a:ext cx="2697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989320" y="33375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99048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Multiple Login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099048" y="3685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Tried logging into same student account from a second window simultaneously.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955280" y="3739896"/>
            <a:ext cx="658368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55280" y="37398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BLOCKED ✓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PROBLEMS DISCOVERED  —  BUGS &amp; ISSUES IDENTIFIED DURING TESTING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During Testing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164592" cy="15361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47088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38528"/>
            <a:ext cx="457200" cy="457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63040" y="1600200"/>
            <a:ext cx="77724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1600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463040" y="1865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System Failure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463040" y="221284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</a:rPr>
              <a:t>Discovered during Integration &amp; Security Testing phases.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6304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Full-screen lockdown mode was NOT being enforced — students could minimize the exam window freely.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63040" y="2734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System-level shortcut blocking (Alt+Tab, Win key) was completely non-functional during the first integration run.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2920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Window focus monitoring was not triggering violation logs when focus was lost.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0" y="2734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A student could freely switch to external applications without any detection or logging.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3182112"/>
            <a:ext cx="8412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182112"/>
            <a:ext cx="164592" cy="15361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56616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657600"/>
            <a:ext cx="457200" cy="4572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463040" y="3319272"/>
            <a:ext cx="7772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463040" y="3319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MODERATE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463040" y="35844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Scaling &amp; Layout Issues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1463040" y="393192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9488"/>
                </a:solidFill>
              </a:rPr>
              <a:t>Discovered during UI testing across multiple screen resolutions.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46304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Button sizes were inconsistent and misaligned across different screen resolutions.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463040" y="4453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Layout alignment broke on non-standard display sizes (e.g., 1366×768 laptops).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029200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Text overflow and widget clipping were observed in the student dashboard.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5029200" y="4453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▸  Dynamic resizing of exam timer and question panels was absent.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</a:rPr>
              <a:t>SOLUTIONS APPLIED  —  HOW PROBLEMS WERE RESOLVED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OES-ACS  |  Testing Stage  |  Team Double Quotation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Problems Were Solved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164592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938528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29968"/>
            <a:ext cx="411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63040" y="1600200"/>
            <a:ext cx="59436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1600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76272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Anti-Cheat System Failure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463040" y="1865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Win32 API Low-Level Hooks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463040" y="23042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304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83080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Replaced basic key-listener with Win32 API hooks for OS-level keyboard and window control.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20640" y="230428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40680" y="22677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Implemented SetWindowsHookEx for global shortcut blocking across all system key combinations.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463040" y="26883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6304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830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Added real-time focus-loss detection using GetForegroundWindow polling on a background thread.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120640" y="26883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2064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44068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Violation events now instantly write to DB and alert the teacher monitoring dashboard.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65760" y="324612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65760" y="3246120"/>
            <a:ext cx="164592" cy="1600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3721608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13048"/>
            <a:ext cx="411480" cy="41148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463040" y="3383280"/>
            <a:ext cx="59436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33832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FIXED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2176272" y="3374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UI Scaling &amp; Layout Issues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1463040" y="36484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Dynamic Grid Layout System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1463040" y="40873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46304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78308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Transitioned from static pixel coordinates to Tkinter's dynamic grid layout manager.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5120640" y="40873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12064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440680" y="4050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Applied columnconfigure/rowconfigure with weight parameters for proportional scaling.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1463040" y="447141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46304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178308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Tested layouts across 1366×768, 1920×1080, and 2560×1440 resolutions post-fix.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5120640" y="447141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12064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544068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Standardized font sizes and widget dimensions using percentage-based scaling factors.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560320" cy="256032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914400"/>
            <a:ext cx="1645920" cy="1645920"/>
          </a:xfrm>
          <a:prstGeom prst="ellipse">
            <a:avLst/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4B8A6"/>
                </a:solidFill>
              </a:rPr>
              <a:t>Team “Double Quotation”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future of digital education integrity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secure and innovative examination solutions.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600" dirty="0">
                <a:solidFill>
                  <a:srgbClr val="0D9488"/>
                </a:solidFill>
              </a:rPr>
              <a:t>OES-ACS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910328"/>
            <a:ext cx="82296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github.com/RZBv2/Team-Double-Quotation  |  Testing Stage Presentation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932</Words>
  <Application>Microsoft Office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OES-ACS Testing Stage</dc:title>
  <dc:subject>PptxGenJS Presentation</dc:subject>
  <dc:creator>Team Double Quotation</dc:creator>
  <cp:lastModifiedBy>IT's  RZB</cp:lastModifiedBy>
  <cp:revision>1</cp:revision>
  <dcterms:created xsi:type="dcterms:W3CDTF">2026-05-17T12:54:02Z</dcterms:created>
  <dcterms:modified xsi:type="dcterms:W3CDTF">2026-05-17T13:10:30Z</dcterms:modified>
</cp:coreProperties>
</file>